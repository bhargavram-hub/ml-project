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 (tuned)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0.653</c:v>
                </c:pt>
                <c:pt idx="1">
                  <c:v>0.639</c:v>
                </c:pt>
                <c:pt idx="2">
                  <c:v>0.669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CA3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 (tuned)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0.218</c:v>
                </c:pt>
                <c:pt idx="1">
                  <c:v>0.186</c:v>
                </c:pt>
                <c:pt idx="2">
                  <c:v>0.242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 (tuned)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0.619</c:v>
                </c:pt>
                <c:pt idx="1">
                  <c:v>0.738</c:v>
                </c:pt>
                <c:pt idx="2">
                  <c:v>0.595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3DF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proj/PROJECT/outputs/hotspot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0"/>
            <a:ext cx="4023360" cy="3520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4213D">
              <a:alpha val="75000"/>
            </a:srgbClr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DOMAIN: TRAFFIC CONGESTION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Hotspot Detection Using DBSCAN-Based Anomaly Detection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·  A.Y. 2026-2027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 (2520030303)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Dijendra (2520030164)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Rani Medida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accidents cluster — and which clusters are abnormal?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(signage, enforcement, signal retiming) are often allocated by manual review or anecdote, not systematic spatial analysis.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also drive recurring delays and secondary bottlenecks.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dense accident zones automatically with DBSCAN.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clusters whose size or severity is a statistical outlier (z-score &gt; 2).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predicting multi-fatality crashes and serving the model.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DBSCAN instead of K-Means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preset cluster count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accident-prone zones is unknown in advance.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4408" y="14630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6459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728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shapes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elongated road corridors instead of forcing round partitions.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71616" y="14630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6459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noise label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one-off crashes become noise (−1), so true hotspots stand out.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metric: haversine on lat/lon (radians) — true great-circle distance at state scale.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U.S. FARS 2016, focused on Texas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65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34,439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records nationwide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65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0574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per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65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3,407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0574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records after cleaning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463040"/>
            <a:ext cx="1920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057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multi-fatality crashes (282)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82296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78892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GPS coordinates, credible open source (NHTSA), rich attributes (weather, lighting, time), and documented sentinel values.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FARS sentinel GPS values (99.9999 / 999.9999), filtered to Texas (STATE = 48) — the largest single state.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India data: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is mostly state/district aggregates (MoRTH), not geocoded rows.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four steps from raw GPS to flagged hotspots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920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GPS, keep Texas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737360"/>
            <a:ext cx="1920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eps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k-distance elbow, k = 5 → eps 5 km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1920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DBSCAN, min_samples = 5, haversine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737360"/>
            <a:ext cx="1920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834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on count &amp; fatalities, &gt; 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check: 10th pct of 5-NN distance ≈ 2.0 km, median ≈ 8.5 km — 5 km merges dense urban clusters while rural accidents stay noise.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eps with the k-distance elbow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pic>
        <p:nvPicPr>
          <p:cNvPr id="7" name="Image 0" descr="/tmp/claude-0/proj/PROJECT/outputs/k_distance_elb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463040"/>
            <a:ext cx="4224528" cy="3017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14630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plot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each point's 5th nearest neighbour, in metres.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inflection point justifies the neighbourhood radius.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eps = 5 km, min_samples = 5.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63 hotspots, 3 statistically anomalous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11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clusters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11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points (isolated crashes)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011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hotspots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173736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Fatalities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Houston 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Dallas–Fort Worth 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Antonio 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match Texas's three largest metros: anomalous means a statistical outlier in scale versus the other 60 hotspots, not an unexpected location.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 and cluster sizes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pic>
        <p:nvPicPr>
          <p:cNvPr id="7" name="Image 0" descr="/tmp/claude-0/proj/PROJECT/outputs/hotspot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206" y="1417320"/>
            <a:ext cx="3605349" cy="3154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137160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pic>
        <p:nvPicPr>
          <p:cNvPr id="9" name="Image 1" descr="/tmp/claude-0/proj/PROJECT/outputs/cluster_siz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23060"/>
            <a:ext cx="38404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covering every course outcome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cleaned data + cluster labels → predict whether a crash is multi-fatality (FATALS ≥ 2).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06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lifecycle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features → train → evaluate → deploy → monitor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4408" y="1737360"/>
            <a:ext cx="2606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learning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Regression; C swept 0.01–100 for bias-variance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1616" y="1737360"/>
            <a:ext cx="2606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08776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08776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+ Random Forest; HOUR, DAY_WEEK most important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606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8587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hotspots + z-score anomaly flagging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64408" y="3200400"/>
            <a:ext cx="2606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01568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01568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tuning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01568" y="38587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stratified split, 5-fold CV, GridSearchCV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71616" y="3200400"/>
            <a:ext cx="2606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08776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08776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08776" y="38587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features, joblib + Flask API, drift check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on the held-out test set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754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548640" y="1463040"/>
          <a:ext cx="4572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40680" y="146304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Random Forest selected on ROC-AUC (0.669); accuracy 0.692.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beat random (ROC-AUC 0.5, PR-AUC ≈ 0.083).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scores are modest: weather, time and location alone are limited predictors of a rare, severity-driven outcome.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 to service: packaging and monitoring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features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compute_features() at train and serve time prevents train/serve skew.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14173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+ REST API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19659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scaler and feature list saved with joblib; Flask /predict endpoint.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1616" y="141732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4496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19659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means vs training in σ units; flag &gt; 2σ. Test batch max shift 0.082 — no drift.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request: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29.80, lon −95.40, clear weather, dark, urban, 22:00, Friday → assigned to hotspot #0 (Houston) → Random Forest probability below the 0.5 threshold → "single-fatality risk".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finds hotspots without knowing how many exist.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Texas's three major metro accident concentrations and separated 1,709 isolated crashes as noise.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 surface statistically unusual hotspots by frequency and severity.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delivers a deployable multi-fatality risk model covering CO1–CO6.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richer features (road type, speed, traffic volume) to lift predictive performance.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Accident Hotspot Detection Using DBSCAN</dc:title>
  <dc:subject>PptxGenJS Presentation</dc:subject>
  <dc:creator>PptxGenJS</dc:creator>
  <cp:lastModifiedBy>PptxGenJS</cp:lastModifiedBy>
  <cp:revision>1</cp:revision>
  <dcterms:created xsi:type="dcterms:W3CDTF">2026-10-14T04:57:19Z</dcterms:created>
  <dcterms:modified xsi:type="dcterms:W3CDTF">2026-10-14T04:57:19Z</dcterms:modified>
</cp:coreProperties>
</file>